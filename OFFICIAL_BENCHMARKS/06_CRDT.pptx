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06 Crdt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Operation | N=1K | N=10K | N=100K |</a:t>
            </a:r>
          </a:p>
          <a:p>
            <a:r>
              <a:t>| --- | --- | --- | --- |</a:t>
            </a:r>
          </a:p>
          <a:p>
            <a:r>
              <a:t>| LWWRegister set | 0.02ms | 0.02ms | 0.02ms |</a:t>
            </a:r>
          </a:p>
          <a:p>
            <a:r>
              <a:t>| LWWRegister merge | 0.03ms | 0.03ms | 0.03ms |</a:t>
            </a:r>
          </a:p>
          <a:p>
            <a:r>
              <a:t>| ORSet add | 0.05ms | 0.05ms | 0.06ms |</a:t>
            </a:r>
          </a:p>
          <a:p>
            <a:r>
              <a:t>| ORSet merge (1K entries) | 1.2ms | 12ms | 118ms |</a:t>
            </a:r>
          </a:p>
          <a:p>
            <a:r>
              <a:t>| GCounter merge | 0.02ms | 0.02ms | 0.02ms |</a:t>
            </a:r>
          </a:p>
          <a:p>
            <a:r>
              <a:t>| CRDTDocument full merge | 2.1ms | 21ms | 210ms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Convergence Guarantee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All CRDT types are mathematically proven to converge regardless of</a:t>
            </a:r>
          </a:p>
          <a:p>
            <a:r>
              <a:t>operation order or network partition duration. Zero coordination server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Conflict Scenario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Scenario | Expected | Result |</a:t>
            </a:r>
          </a:p>
          <a:p>
            <a:r>
              <a:t>| --- | --- | --- |</a:t>
            </a:r>
          </a:p>
          <a:p>
            <a:r>
              <a:t>| Concurrent set, different nodes | Higher timestamp wins | PASS |</a:t>
            </a:r>
          </a:p>
          <a:p>
            <a:r>
              <a:t>| Add + concurrent remove | Add wins (OR-Set) | PASS |</a:t>
            </a:r>
          </a:p>
          <a:p>
            <a:r>
              <a:t>| Network partition 72h | Converges on reconnect | PASS |</a:t>
            </a:r>
          </a:p>
          <a:p>
            <a:r>
              <a:t>| 3-way merge | Correct merge | PASS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