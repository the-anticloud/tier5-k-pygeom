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10 HIPAA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2026-10-02T09:13:22.845404Z | Framework ID: 10_HIPAA</a:t>
            </a:r>
          </a:p>
          <a:p>
            <a:r>
              <a:t>HIPAA Security Rule, HHS 2013/2024 update</a:t>
            </a:r>
          </a:p>
          <a:p>
            <a:r>
              <a:t>PASS — §164.312(a)(1) Access Control, §164.312(e)(2)(ii) Encryption, §164.312(b) Audit Controls</a:t>
            </a:r>
          </a:p>
          <a:p>
            <a:r>
              <a:t>COMPLIANT — all 18 required + addressable standards met</a:t>
            </a:r>
          </a:p>
          <a:p>
            <a:r>
              <a:t>AES-256-GCM satisfies §164.312(e)(2)(ii); AIOSS chain satisfies §164.312(b)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