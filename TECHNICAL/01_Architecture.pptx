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K_PYGEOM</a:t>
            </a:r>
          </a:p>
          <a:p>
            <a:r>
              <a:t>Tier: TIER_5_WORLD_NEURO_EMBODIED</a:t>
            </a:r>
          </a:p>
          <a:p>
            <a:r>
              <a:t>Identity: Upstream pyg-team/pytorch_geometric @ 79d33965a40b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pyg-team/pytorch_geometric |</a:t>
            </a:r>
          </a:p>
          <a:p>
            <a:r>
              <a:t>| Commit | 79d33965a40b7fa83616a9f598a0f8619f25d939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10.39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K_PYGEOM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